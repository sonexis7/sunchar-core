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GreenOps Engine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Autonomous Carbon Arbitrage &amp; Scope 2 ESG Compliance for Cloud Compute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Target Audience: CTOs, VPs of Infrastructure, Heads of FinOps, and CSOs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Stack: FastAPI | MotherDuck Cloud | DuckDB v1.5.6 |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The Hidden Dual-Waste of Cloud Data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Cost Volatility, Audit Gaps, and Engineering Barriers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The Cost Trap: Grid electricity swings up to 300% daily (£0.09 vs £0.31/kWh).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The Audit Gap: Annual ESG carbon estimates fail modern SECR and CSRD audits.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The SLA Barrier: Data teams reject green tools that risk pipeline delivery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Autonomous Workload Arbitrage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Intelligent Gatekeeper Between Orchestrators and Cloud Compute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1. Telemetry Ingestion: UK NESO regional feeds continuously stream to MotherDuck.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2. Arbitrage Logic: Automatically identifies sub-50 gCO2/kWh clean windows.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3. Zero Friction: Decorator gate holds workloads or forces execution on SLA timeouts.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4. Immutable Ledger: MotherDuck persists full financial and emissions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Pillar 1: Frictionless Developer Adoption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Integrate in 60 Seconds with Native SLA Fallbacks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One-Line Decorator: Wrap functions with @client.gate(max_wait_seconds=1800).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Airflow Ready: Drop-in GreenOpsAirflowSensor compatible with enterprise DAGs.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SLA Guarantee: If green power fails to clear within timeout, execution is forced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Pillar 2: Proving ROI Every Monday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Verifiable Financial Arbitrage Delivered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Direct Cash Savings: Up to £20+ saved per standard 50kW 2-hour batch execution.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Monday Morning Digest: Pushes weekly £ and kg CO2 savings to Slack and MS Teams.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Prometheus Integration: Native /metrics endpoint exports directly to Grafana / Datadog.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Pillar 3: Audit-Ready ESG Compliance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GHG Protocol Scope 2 Market-Based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Certified Reporting: Measured against actual UK grid node intensity vs baseline.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Persistent Cloud Storage: gold_dispatch_ledger stores immutable microsecond records.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Instant Compliance Export: Dedicated GET /v1/reports/esg endpoint outputs ready-to-audit CSVs.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Commercial Model &amp; 14-Day Pilot Plan</a:t>
            </a:r>
          </a:p>
          <a:p>
            <a:pPr>
              <a:spcBef>
                <a:spcPts val="800"/>
              </a:spcBef>
              <a:defRPr sz="1800">
                <a:solidFill>
                  <a:srgbClr val="10B981"/>
                </a:solidFill>
                <a:latin typeface="Segoe UI"/>
              </a:defRPr>
            </a:pPr>
            <a:r>
              <a:t>Fast Payback with Zero Infrastructure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347472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Pilot Evaluation: £3,500 one-time setup on 1–5 staging pipelines.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Enterprise Subscriptions: £1,800/mo (Standard) or £4,200/mo (Dedicated Tenant).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14-Day Pilot Offer: Measure actual savings on your data before committing.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